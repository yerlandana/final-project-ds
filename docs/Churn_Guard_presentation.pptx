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Не читать слайд вслух. Сразу перейти к проблеме: оператор теряет каждого четвёртого клиента в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Главное - объяснить, что задача не 'предсказать отток', а 'отсортировать клиентов по риску', потому что ресурс обзвона ограничен.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Пунктир на графиках - средний уровень оттока 26.4%. Красные столбцы выше среднего. Называть только контракт и способ оплаты, остальное не перечислять.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Это самый практичный вывод во всём EDA. Если спросят про причину: привычка ещё не сформировалась, уходить не жалко.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минуты, самый важный слайд. Сказать честно: я ожидала, что XGBoost сильно выиграет, а он выиграл в пределах шума. Причина: зависимость почти линейная и данных мало. GridSearch сам выбрал max_depth=2, то есть зарегуляризовал бустинг почти до регрессии. Если спросят, почему всё равно XGBoost: он победил по заранее объявленному правилу, но для продакшена я бы взяла регрессию.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Подчеркнуть две вещи: почему не accuracy и почему маленький разрыв CV/тест доказывает отсутствие переобучения.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минута. Если спросят, откуда цифры 20, 200 и 25%: честно сказать, что они условные и заданы в config.py, а в реальном проекте их даёт финансовый отдел. Важна структура расчёта, а не конкретные числа.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Это та цифра, которую стоит назвать первой человеку, не знающему, что такое ROC-AUC. Lift понятен всем.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минута. Приложение открыть ЗАРАНЕЕ, до начала выступления. Если не запустится - этот скриншот и есть запасной план. Показать три блока: риск, причины, сценарии удержания.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Обязательно назвать все три сложности самой. Тот, кто называет ограничения сам, выглядит сильнее того, у кого их находят. Закончить на A/B-тесте.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Churn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400" b="0">
                <a:solidFill>
                  <a:srgbClr val="8FC2E8"/>
                </a:solidFill>
                <a:latin typeface="Arial"/>
              </a:rPr>
              <a:t>Предсказание оттока клиентов телеком-оператора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023360"/>
            <a:ext cx="1463040" cy="38100"/>
          </a:xfrm>
          <a:prstGeom prst="rect">
            <a:avLst/>
          </a:prstGeom>
          <a:solidFill>
            <a:srgbClr val="8FC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434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B9C7D4"/>
                </a:solidFill>
                <a:latin typeface="Arial"/>
              </a:rPr>
              <a:t>Итоговый проект курса Data Science &amp; AI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B9C7D4"/>
                </a:solidFill>
                <a:latin typeface="Arial"/>
              </a:rPr>
              <a:t>Гибридный трек: машинное обучение +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7C8EA0"/>
                </a:solidFill>
                <a:latin typeface="Arial"/>
              </a:rPr>
              <a:t>github.com/yerlandana/final-project-ds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1B2A41"/>
                </a:solidFill>
                <a:latin typeface="Arial"/>
              </a:rPr>
              <a:t>Оператор теряет каждого четвёртого клиента в год.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1B2A41"/>
                </a:solidFill>
                <a:latin typeface="Arial"/>
              </a:rPr>
              <a:t>Привлечь нового стоит в разы дороже, чем удержать.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0">
                <a:solidFill>
                  <a:srgbClr val="6B7580"/>
                </a:solidFill>
                <a:latin typeface="Arial"/>
              </a:rPr>
              <a:t>Но обзвонить всю базу невозможно: отдел удержания успевает охватить 5-10% клиентов в месяц.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0881360" cy="10515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A6F97"/>
                </a:solidFill>
                <a:latin typeface="Arial"/>
              </a:rPr>
              <a:t>Вопрос проекта: кому из 7000 клиентов звонить первым?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338328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6F97"/>
                </a:solidFill>
                <a:latin typeface="Arial"/>
              </a:rPr>
              <a:t>26.4%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клиентов уходит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892040"/>
            <a:ext cx="338328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6F97"/>
                </a:solidFill>
                <a:latin typeface="Arial"/>
              </a:rPr>
              <a:t>7043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клиента в данных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4892040"/>
            <a:ext cx="338328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6F97"/>
                </a:solidFill>
                <a:latin typeface="Arial"/>
              </a:rPr>
              <a:t>19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признаков о каждом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Что показал анализ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3</a:t>
            </a:r>
          </a:p>
        </p:txBody>
      </p:sp>
      <p:pic>
        <p:nvPicPr>
          <p:cNvPr id="5" name="Picture 4" descr="eda_catego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9723"/>
            <a:ext cx="7772400" cy="4201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Контракт: 43% оттока на помесячном против 3% на двухлетнем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Чтобы уйти с помесячного, не нужно делать ничего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Оплата чеком вручную: 45% против 15% при автосписании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Нет техподдержки и защиты: около 42%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Главная находка: уходят новички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4</a:t>
            </a:r>
          </a:p>
        </p:txBody>
      </p:sp>
      <p:pic>
        <p:nvPicPr>
          <p:cNvPr id="5" name="Picture 4" descr="eda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10047"/>
            <a:ext cx="7315200" cy="3369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В первые 6 месяцев уходит 53% клиентов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После пяти лет остаётся 6.6%, разница в восемь раз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Вывод для бизнеса: удерживать надо новичков, а не стабильных клиентов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Отсюда признак is_new в модели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Модели: простая оказалась не хуже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5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5900"/>
            <a:ext cx="6675120" cy="33375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371600"/>
          <a:ext cx="4297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Логистическая регрессия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0.8482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0.8441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A41"/>
                          </a:solidFill>
                          <a:latin typeface="Arial"/>
                        </a:rPr>
                        <a:t>0.8378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XGBoost после GridSearchCV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B2A41"/>
                          </a:solidFill>
                          <a:latin typeface="Arial"/>
                        </a:rPr>
                        <a:t>0.8497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06640" y="3657600"/>
            <a:ext cx="4297680" cy="1737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D94343"/>
                </a:solidFill>
                <a:latin typeface="Arial"/>
              </a:rPr>
              <a:t>Разница 0.0015 при разбросе ±0.016.
</a:t>
            </a:r>
            <a:r>
              <a:rPr sz="1400">
                <a:solidFill>
                  <a:srgbClr val="1B2A41"/>
                </a:solidFill>
                <a:latin typeface="Arial"/>
              </a:rPr>
              <a:t>Модели практически равны, бустинг выигрывает в пределах шума.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Результат на отложенном тесте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7325"/>
            <a:ext cx="7589520" cy="2846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371600"/>
            <a:ext cx="329184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6F97"/>
                </a:solidFill>
                <a:latin typeface="Arial"/>
              </a:rPr>
              <a:t>0.843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ROC-AUC на тесте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2926080"/>
            <a:ext cx="329184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6F97"/>
                </a:solidFill>
                <a:latin typeface="Arial"/>
              </a:rPr>
              <a:t>0.007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разрыв с кросс-валидацией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6B7580"/>
                </a:solidFill>
                <a:latin typeface="Arial"/>
              </a:rPr>
              <a:t>Метрику accuracy не использую: при дисбалансе 26 на 74 модель, которая всем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6B7580"/>
                </a:solidFill>
                <a:latin typeface="Arial"/>
              </a:rPr>
              <a:t>отвечает «останется», получает 73.6% точности и не находит ни одного уходящего.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6B7580"/>
                </a:solidFill>
                <a:latin typeface="Arial"/>
              </a:rPr>
              <a:t>Разрыв между кросс-валидацией и тестом всего 0.007, значит переобучения нет.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Где здесь деньги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threshold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4168"/>
            <a:ext cx="6035040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3258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Порог 0.5 - это значение по умолчанию, а не закон природы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Контакт стоит 20, удержание приносит 200, срабатывает в 25% случаев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Звонить выгодно, пока precision выше 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3566160"/>
            <a:ext cx="233172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6F97"/>
                </a:solidFill>
                <a:latin typeface="Arial"/>
              </a:rPr>
              <a:t>0.64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оптимальный порог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3566160"/>
            <a:ext cx="233172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EA05A"/>
                </a:solidFill>
                <a:latin typeface="Arial"/>
              </a:rPr>
              <a:t>+32%</a:t>
            </a:r>
          </a:p>
          <a:p>
            <a:pPr algn="ctr"/>
            <a:r>
              <a:rPr sz="1200">
                <a:solidFill>
                  <a:srgbClr val="6B7580"/>
                </a:solidFill>
                <a:latin typeface="Arial"/>
              </a:rPr>
              <a:t>прибыли к порогу 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1206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6B7580"/>
                </a:solidFill>
                <a:latin typeface="Arial"/>
              </a:rPr>
              <a:t>Обзваниваем 395 клиентов вместо 583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6B7580"/>
                </a:solidFill>
                <a:latin typeface="Arial"/>
              </a:rPr>
              <a:t>и зарабатываем больше.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Главная цифра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0">
                <a:solidFill>
                  <a:srgbClr val="1B2A41"/>
                </a:solidFill>
                <a:latin typeface="Arial"/>
              </a:rPr>
              <a:t>Отдел удержания может обзвонить только часть базы. Вопрос: кого выбрать?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56032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Доля базы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Обзвонили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Из них ушли бы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Точность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Lift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2A4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5A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A05A"/>
                          </a:solidFill>
                          <a:latin typeface="Arial"/>
                        </a:rPr>
                        <a:t>3.24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41"/>
                          </a:solidFill>
                          <a:latin typeface="Arial"/>
                        </a:rPr>
                        <a:t>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B2A41"/>
                </a:solidFill>
                <a:latin typeface="Arial"/>
              </a:rPr>
              <a:t>Обзвонили топ-5% списка - 86 из 100 действительно собирались уйти.</a:t>
            </a:r>
          </a:p>
          <a:p>
            <a:pPr algn="ctr"/>
            <a:r>
              <a:rPr sz="1700">
                <a:solidFill>
                  <a:srgbClr val="2A6F97"/>
                </a:solidFill>
                <a:latin typeface="Arial"/>
              </a:rPr>
              <a:t>Если звонить наугад, попали бы только в 26. Модель эффективнее в 3.2 раза.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Демо: приложение на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dem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64" y="1097280"/>
            <a:ext cx="4886672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6304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Модель даёт вероятность: риск 89%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Объясняет почему: срок обслуживания 2 месяца добавляет 18 п.п. к риску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Считает что делать: двухлетний контракт снижает риск до 64%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LLM превращает эти числа в текст для менеджера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4343400"/>
            <a:ext cx="5943600" cy="14630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A41"/>
                </a:solidFill>
                <a:latin typeface="Arial"/>
              </a:rPr>
              <a:t>Важно: языковая модель ничего не считает.
</a:t>
            </a:r>
            <a:r>
              <a:rPr sz="1400">
                <a:solidFill>
                  <a:srgbClr val="6B7580"/>
                </a:solidFill>
                <a:latin typeface="Arial"/>
              </a:rPr>
              <a:t>Все числа посчитала ML-модель, LLM только пересказывает их словами. Спрашивать у неё «уйдёт ли клиент» бессмысленно: она не видела наши данные.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9AADBF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2A6F97"/>
                </a:solidFill>
                <a:latin typeface="Arial"/>
              </a:rPr>
              <a:t>Что было сложно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Признать, что мои 7 признаков не окупились: ablation-тест показал прирост в пределах шума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Первая версия расчёта порога советовала обзвонить 60% базы. Забыла, что скидка срабатывает не всегда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Рекомендации основаны на корреляции, а не на причинности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2A6F97"/>
                </a:solidFill>
                <a:latin typeface="Arial"/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1">
                <a:solidFill>
                  <a:srgbClr val="1B2A41"/>
                </a:solidFill>
                <a:latin typeface="Arial"/>
              </a:rPr>
              <a:t>A/B-тест: проверить, что длинный контракт правда снижает отток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SHAP вместо самодельного метода объяснений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Внешние данные: жалобы, обращения в поддержку, качество связи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6F97"/>
                </a:solidFill>
                <a:latin typeface="Arial"/>
              </a:rPr>
              <a:t>•  </a:t>
            </a:r>
            <a:r>
              <a:rPr sz="1700" b="0">
                <a:solidFill>
                  <a:srgbClr val="3A444E"/>
                </a:solidFill>
                <a:latin typeface="Arial"/>
              </a:rPr>
              <a:t>Мониторинг дрейфа и переобучение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166360"/>
            <a:ext cx="10881360" cy="10972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ROC-AUC 0.843   ·   lift 3.2 на топ-5% базы   ·   +32% прибыли за счёт порога</a:t>
            </a:r>
          </a:p>
          <a:p>
            <a:pPr algn="ctr"/>
            <a:r>
              <a:rPr sz="1300">
                <a:solidFill>
                  <a:srgbClr val="9AADBF"/>
                </a:solidFill>
                <a:latin typeface="Arial"/>
              </a:rPr>
              <a:t>github.com/yerlandana/final-project-ds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